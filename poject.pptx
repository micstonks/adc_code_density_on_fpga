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0" d="100"/>
          <a:sy n="70" d="100"/>
        </p:scale>
        <p:origin x="-33" y="-4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9F67-E2E7-4B3D-99CD-3FD02CF29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CCCE3-1010-BC8C-3072-97D28BB07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DB34E-7FF9-4AFF-2C0C-3062BAD33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2A08-E002-A888-3F78-08868C3AA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21565-85D0-161D-5679-C7C886EF9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375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115F4-7FFC-6941-A4C7-6A52D54B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13650-A898-EDBA-3FBF-8DE00FA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B414-C02B-E511-40DD-EAE8827FD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0EF33-02DC-4939-05DC-E3919597C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48F8A-9998-BD82-EA16-6FA2205BA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4300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19DA-E8E1-9054-F2F6-3208F04E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C3A9C-E305-42B3-A6F9-BBE6A0D6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46F42-C422-CFB7-F540-378F0AF2F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29CC0-A068-CC43-7ADF-659C6DF86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48C12-2DC5-1C29-2A25-02FB754F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304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E1B1-E939-3826-9BD8-8CAC87CA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E90E-8DE0-C7D5-4C1B-7F97CFFBD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AFFB0-679D-039D-A7BA-19BED4EED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A0F75-FBDA-4A20-29D6-9CEAAD83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A88C1-8779-A6A9-1047-764F63B4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41500-46A1-4FF0-1C96-32FC8F1D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45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AC0CF-063F-8453-ABA0-EA6D9E7E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1265E-D8DD-12D5-ABA3-755497637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02620-B462-E58B-CE08-62062CE81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A8BC3-0E50-2A95-FA10-DCC6FA648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D724C0-3B03-9635-028A-6751C7DFD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E48061-B1CE-BB56-1774-7FA6877B5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31615-D8EB-0239-4D4E-F06D5CD09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8947-FD3E-D4D1-BC4F-2FCA1349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177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B989F-7378-5532-CAFF-31B4ABBD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4D6E55-C5E1-7326-F3DE-6934B734A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5BA77-E28E-6EE5-268E-09253A87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3B8D4-6D87-59F3-4D9B-E99E908F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2315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65FF4E-C051-B742-B340-0E849E98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96A55-D4A2-FE86-1BBE-F19B6E2D9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AC13F-2BCB-54CB-2BAB-371126612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840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161-F06F-1769-C032-35E164BDF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CB37-EE86-2120-397A-6284C0D8C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F6D02D-52F7-5969-7585-8E237EF37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E6FB-16BF-D935-201B-DB3DB257B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69E8C-EF35-12C1-2786-2ED36B89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2D25E-75FE-F788-E2E7-D39560B0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374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03D07-884D-4161-EDC9-E39ACA1F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CDDC3C-B2A1-A6C7-2820-DD1FA9B19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7C9C-1307-28F5-170F-048B66A7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C0428-26B7-B80E-3DC1-6980C5DE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10FF2-AE4B-FE9D-360A-5BC02CA1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50420-AE49-DF4B-3812-35A714365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617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4800B-3C9E-CED8-153F-EBE6A9D8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92707-8A1F-1716-6905-9EED2B6FA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E7FA2-624B-C562-CA34-C86C0D51A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24B13-3F89-8720-B6C7-ECAF03C4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3435A-0ECA-D4BF-0DB8-D5AADE87E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65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D3D801-750B-DED7-BF51-4D6CC83F20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4FAB8-9203-E4C4-A451-D1179C611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408A6-BA42-6FFE-1786-BB67F5381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28FEE-961D-6CA5-545B-BDD25DAF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27250-237E-0FE8-8443-06F9B91F7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14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7E434-2102-0BF0-3150-28BA44C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0BE9-419B-4074-7416-3F32703ED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972D6-F504-7612-77F5-6B9CF7E99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5A9CC-028A-4668-9402-8AF1101129FF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5820C-2F62-BB5D-7752-848AE884C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AE1D1-FD92-73A3-DD02-26E1A83C89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128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07E1B-F3D7-8324-C478-4323773691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8660D9-F76E-8FC4-91AF-A5F5DE8CA6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32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ECB977A-0BFA-36F8-EBB4-1EA8A29A68AA}"/>
              </a:ext>
            </a:extLst>
          </p:cNvPr>
          <p:cNvGrpSpPr/>
          <p:nvPr/>
        </p:nvGrpSpPr>
        <p:grpSpPr>
          <a:xfrm>
            <a:off x="418661" y="2396777"/>
            <a:ext cx="1654538" cy="1437054"/>
            <a:chOff x="355356" y="2377105"/>
            <a:chExt cx="1654538" cy="14370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A284A0-00F0-313F-3A53-2B525BBEA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356" y="2377105"/>
              <a:ext cx="1437054" cy="143705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5D7DF8-DE18-F0A4-E0C2-C97EDC145987}"/>
                </a:ext>
              </a:extLst>
            </p:cNvPr>
            <p:cNvSpPr txBox="1"/>
            <p:nvPr/>
          </p:nvSpPr>
          <p:spPr>
            <a:xfrm>
              <a:off x="1473181" y="2842889"/>
              <a:ext cx="53671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AF533E-561B-B2A3-906D-00447FE96B73}"/>
                </a:ext>
              </a:extLst>
            </p:cNvPr>
            <p:cNvSpPr txBox="1"/>
            <p:nvPr/>
          </p:nvSpPr>
          <p:spPr>
            <a:xfrm>
              <a:off x="1338051" y="2419266"/>
              <a:ext cx="6271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E632666-CC2A-4DB7-B5B1-67171D1C8DF0}"/>
                </a:ext>
              </a:extLst>
            </p:cNvPr>
            <p:cNvSpPr txBox="1"/>
            <p:nvPr/>
          </p:nvSpPr>
          <p:spPr>
            <a:xfrm>
              <a:off x="384807" y="2429452"/>
              <a:ext cx="9296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CONVST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82D419-F249-5778-33F8-4DDFCA04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flowchart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6818B6-2BCB-AC46-441B-78E8BAE8CB2D}"/>
              </a:ext>
            </a:extLst>
          </p:cNvPr>
          <p:cNvGrpSpPr/>
          <p:nvPr/>
        </p:nvGrpSpPr>
        <p:grpSpPr>
          <a:xfrm>
            <a:off x="2122257" y="2323628"/>
            <a:ext cx="2022879" cy="1735016"/>
            <a:chOff x="4071814" y="2915138"/>
            <a:chExt cx="2022879" cy="173501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0DF915-CF20-EA21-B489-CDBD453F063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9A519E4-920B-3B4C-5381-3E80DBD5DDC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SPI_master_AD7810</a:t>
              </a:r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1EEA4B9-C80C-AD1A-303C-D6F42D372D71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DF475-9B62-671B-C657-6E702D5AD3DC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CA7811-EE49-C2FD-5AC5-D25736AE59F8}"/>
                </a:ext>
              </a:extLst>
            </p:cNvPr>
            <p:cNvSpPr txBox="1"/>
            <p:nvPr/>
          </p:nvSpPr>
          <p:spPr>
            <a:xfrm>
              <a:off x="4071814" y="3548078"/>
              <a:ext cx="5830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MISO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83CB10-B1EF-19DD-7414-2172ECB9E775}"/>
                </a:ext>
              </a:extLst>
            </p:cNvPr>
            <p:cNvSpPr txBox="1"/>
            <p:nvPr/>
          </p:nvSpPr>
          <p:spPr>
            <a:xfrm>
              <a:off x="5178134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ss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ADC_dout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2081FE-AC96-BC33-CD9D-B6A98F0132EC}"/>
              </a:ext>
            </a:extLst>
          </p:cNvPr>
          <p:cNvGrpSpPr/>
          <p:nvPr/>
        </p:nvGrpSpPr>
        <p:grpSpPr>
          <a:xfrm>
            <a:off x="4580749" y="2335615"/>
            <a:ext cx="2213714" cy="1735016"/>
            <a:chOff x="4071814" y="2915138"/>
            <a:chExt cx="2213714" cy="17350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9E34E0-3DA9-BEE9-3273-87238E7EB64F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0056FF-BF74-649B-8ECF-9513EADB9078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F68C870B-0607-2BB2-FACD-DE63C9AFD38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96A81F5-9E86-9B2C-93E7-06E980C40A6A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5D0EFA-50D7-5083-C3A9-C349660115D9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AB6D6EE-7965-280C-B5A9-823B4DF8956C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2C92C1-33CE-D531-2D52-53CCBA7FC838}"/>
              </a:ext>
            </a:extLst>
          </p:cNvPr>
          <p:cNvCxnSpPr>
            <a:cxnSpLocks/>
          </p:cNvCxnSpPr>
          <p:nvPr/>
        </p:nvCxnSpPr>
        <p:spPr>
          <a:xfrm>
            <a:off x="4076105" y="3275936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1B0094B-C6A5-E1C9-DDBC-85615A217955}"/>
              </a:ext>
            </a:extLst>
          </p:cNvPr>
          <p:cNvCxnSpPr>
            <a:cxnSpLocks/>
          </p:cNvCxnSpPr>
          <p:nvPr/>
        </p:nvCxnSpPr>
        <p:spPr>
          <a:xfrm>
            <a:off x="4076105" y="3464118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386410-07CC-B335-B920-1681EBC0A34F}"/>
              </a:ext>
            </a:extLst>
          </p:cNvPr>
          <p:cNvCxnSpPr>
            <a:cxnSpLocks/>
          </p:cNvCxnSpPr>
          <p:nvPr/>
        </p:nvCxnSpPr>
        <p:spPr>
          <a:xfrm flipV="1">
            <a:off x="4267112" y="3402496"/>
            <a:ext cx="95508" cy="123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8EC0E9A-EF7B-1A01-A7DB-65B009114524}"/>
              </a:ext>
            </a:extLst>
          </p:cNvPr>
          <p:cNvSpPr txBox="1"/>
          <p:nvPr/>
        </p:nvSpPr>
        <p:spPr>
          <a:xfrm>
            <a:off x="4090726" y="3450748"/>
            <a:ext cx="457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[9:0]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F8B9A9-7197-57E3-FAB7-64A05AC34298}"/>
              </a:ext>
            </a:extLst>
          </p:cNvPr>
          <p:cNvCxnSpPr>
            <a:cxnSpLocks/>
            <a:stCxn id="46" idx="2"/>
          </p:cNvCxnSpPr>
          <p:nvPr/>
        </p:nvCxnSpPr>
        <p:spPr>
          <a:xfrm flipV="1">
            <a:off x="1804843" y="3098560"/>
            <a:ext cx="332285" cy="4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6CF8C2B-0C73-0313-ED62-AAA49C1E5A71}"/>
              </a:ext>
            </a:extLst>
          </p:cNvPr>
          <p:cNvGrpSpPr/>
          <p:nvPr/>
        </p:nvGrpSpPr>
        <p:grpSpPr>
          <a:xfrm>
            <a:off x="1431293" y="2111073"/>
            <a:ext cx="2918416" cy="815009"/>
            <a:chOff x="1729409" y="2111071"/>
            <a:chExt cx="3776211" cy="724657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3A19E2B-4998-A66F-0201-5F9D98BBCC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6187" y="2826407"/>
              <a:ext cx="359433" cy="9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B0F05E0-35D3-E41D-1C66-7D7E5B074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9603" y="2111071"/>
              <a:ext cx="1" cy="7153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37EB8E8-F159-501D-C065-3BAC5F218FB2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77F8E6-EC68-A3DB-4C96-B55A53AA3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78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94A37-B957-1F14-6B31-0E28D6999F65}"/>
              </a:ext>
            </a:extLst>
          </p:cNvPr>
          <p:cNvGrpSpPr/>
          <p:nvPr/>
        </p:nvGrpSpPr>
        <p:grpSpPr>
          <a:xfrm>
            <a:off x="1266979" y="1953483"/>
            <a:ext cx="3281388" cy="1152830"/>
            <a:chOff x="1729409" y="2111071"/>
            <a:chExt cx="3776211" cy="815009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AFB8A02-55D5-3D27-D914-546EF675E756}"/>
                </a:ext>
              </a:extLst>
            </p:cNvPr>
            <p:cNvCxnSpPr>
              <a:cxnSpLocks/>
            </p:cNvCxnSpPr>
            <p:nvPr/>
          </p:nvCxnSpPr>
          <p:spPr>
            <a:xfrm>
              <a:off x="4962142" y="2911169"/>
              <a:ext cx="508963" cy="149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C0AF78C-ACE9-53E8-78ED-5F5ABB0D4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1105" y="2111071"/>
              <a:ext cx="18499" cy="8150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87F23E7-6A67-BB28-8ADD-9888A66EED30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BC4EC15-88D8-30E6-24DA-A8138AE662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2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B749F0D-D800-6C34-5D9E-A05F47EE76FD}"/>
              </a:ext>
            </a:extLst>
          </p:cNvPr>
          <p:cNvGrpSpPr/>
          <p:nvPr/>
        </p:nvGrpSpPr>
        <p:grpSpPr>
          <a:xfrm>
            <a:off x="6860868" y="2323628"/>
            <a:ext cx="2444903" cy="1735016"/>
            <a:chOff x="4071814" y="2915138"/>
            <a:chExt cx="2444903" cy="1735016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4DC486A-7B24-3F90-1167-B5ED375C50FF}"/>
                </a:ext>
              </a:extLst>
            </p:cNvPr>
            <p:cNvSpPr/>
            <p:nvPr/>
          </p:nvSpPr>
          <p:spPr>
            <a:xfrm>
              <a:off x="4071814" y="2915138"/>
              <a:ext cx="2254059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C9671B2-57DF-28CE-ABBA-DEB0CC5C4476}"/>
                </a:ext>
              </a:extLst>
            </p:cNvPr>
            <p:cNvSpPr txBox="1"/>
            <p:nvPr/>
          </p:nvSpPr>
          <p:spPr>
            <a:xfrm>
              <a:off x="4378642" y="2920241"/>
              <a:ext cx="13240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Histogrammer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E0EBD148-4CF6-5E26-750C-0EFD3F00527B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459AC7-B7EF-723F-2E88-63ACDB7EC892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C6507F-1FA9-855E-3A9A-2A0F338C85C3}"/>
                </a:ext>
              </a:extLst>
            </p:cNvPr>
            <p:cNvSpPr txBox="1"/>
            <p:nvPr/>
          </p:nvSpPr>
          <p:spPr>
            <a:xfrm>
              <a:off x="4086436" y="3377382"/>
              <a:ext cx="1291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AA88BB8-E51D-4CCB-9ACC-118073331C6E}"/>
                </a:ext>
              </a:extLst>
            </p:cNvPr>
            <p:cNvSpPr txBox="1"/>
            <p:nvPr/>
          </p:nvSpPr>
          <p:spPr>
            <a:xfrm>
              <a:off x="5297415" y="3254425"/>
              <a:ext cx="12193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ACBD96C-32DD-F2A3-2FCD-9338B6DC678A}"/>
              </a:ext>
            </a:extLst>
          </p:cNvPr>
          <p:cNvGrpSpPr/>
          <p:nvPr/>
        </p:nvGrpSpPr>
        <p:grpSpPr>
          <a:xfrm>
            <a:off x="9661220" y="2323628"/>
            <a:ext cx="2082668" cy="1735016"/>
            <a:chOff x="4071814" y="2915138"/>
            <a:chExt cx="2082668" cy="173501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802910F-7829-95EE-D148-716A3D387B7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86400D3-4F2F-F944-1128-4A8391FFB960}"/>
                </a:ext>
              </a:extLst>
            </p:cNvPr>
            <p:cNvSpPr txBox="1"/>
            <p:nvPr/>
          </p:nvSpPr>
          <p:spPr>
            <a:xfrm>
              <a:off x="4518452" y="2927125"/>
              <a:ext cx="1167711" cy="319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RAM_count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3A93A184-3B0A-559F-7162-90177768431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0CBDBC-F89E-FA5C-2BDF-951A0C43C94E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CE8083C-E031-54E1-3E65-EB30BB945C8C}"/>
                </a:ext>
              </a:extLst>
            </p:cNvPr>
            <p:cNvSpPr txBox="1"/>
            <p:nvPr/>
          </p:nvSpPr>
          <p:spPr>
            <a:xfrm>
              <a:off x="4086436" y="3249031"/>
              <a:ext cx="84005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E77F05A-A2DD-B997-0535-CCF2D9D412BD}"/>
                </a:ext>
              </a:extLst>
            </p:cNvPr>
            <p:cNvSpPr txBox="1"/>
            <p:nvPr/>
          </p:nvSpPr>
          <p:spPr>
            <a:xfrm>
              <a:off x="4797669" y="3433697"/>
              <a:ext cx="135681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UART_data_out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D48D392-EBBD-B4F7-0AF4-8C6BFF9EC169}"/>
              </a:ext>
            </a:extLst>
          </p:cNvPr>
          <p:cNvCxnSpPr>
            <a:cxnSpLocks/>
          </p:cNvCxnSpPr>
          <p:nvPr/>
        </p:nvCxnSpPr>
        <p:spPr>
          <a:xfrm>
            <a:off x="6542463" y="2956568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3E7337C-09B5-A191-BA2E-A9385CED4713}"/>
              </a:ext>
            </a:extLst>
          </p:cNvPr>
          <p:cNvCxnSpPr>
            <a:cxnSpLocks/>
          </p:cNvCxnSpPr>
          <p:nvPr/>
        </p:nvCxnSpPr>
        <p:spPr>
          <a:xfrm>
            <a:off x="6542463" y="3119331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EFA3B80-34B8-BB18-2053-B1A5890C3DB8}"/>
              </a:ext>
            </a:extLst>
          </p:cNvPr>
          <p:cNvCxnSpPr>
            <a:cxnSpLocks/>
          </p:cNvCxnSpPr>
          <p:nvPr/>
        </p:nvCxnSpPr>
        <p:spPr>
          <a:xfrm>
            <a:off x="6694325" y="3275936"/>
            <a:ext cx="166543" cy="16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24C2AF0A-91FC-BD4F-559A-09529E48DE2B}"/>
              </a:ext>
            </a:extLst>
          </p:cNvPr>
          <p:cNvCxnSpPr>
            <a:cxnSpLocks/>
          </p:cNvCxnSpPr>
          <p:nvPr/>
        </p:nvCxnSpPr>
        <p:spPr>
          <a:xfrm flipV="1">
            <a:off x="6694325" y="3275936"/>
            <a:ext cx="0" cy="9393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DAFD5B3-7632-5CAF-E17F-DEC600C6A510}"/>
              </a:ext>
            </a:extLst>
          </p:cNvPr>
          <p:cNvCxnSpPr>
            <a:cxnSpLocks/>
          </p:cNvCxnSpPr>
          <p:nvPr/>
        </p:nvCxnSpPr>
        <p:spPr>
          <a:xfrm flipH="1">
            <a:off x="6694325" y="4189498"/>
            <a:ext cx="51627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430BF94-D25C-440B-BED9-B5583CB0914F}"/>
              </a:ext>
            </a:extLst>
          </p:cNvPr>
          <p:cNvCxnSpPr>
            <a:cxnSpLocks/>
          </p:cNvCxnSpPr>
          <p:nvPr/>
        </p:nvCxnSpPr>
        <p:spPr>
          <a:xfrm flipV="1">
            <a:off x="11857055" y="2956568"/>
            <a:ext cx="0" cy="1240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B3A0D3D-DC3E-C305-B479-F20032610DB6}"/>
              </a:ext>
            </a:extLst>
          </p:cNvPr>
          <p:cNvCxnSpPr>
            <a:cxnSpLocks/>
          </p:cNvCxnSpPr>
          <p:nvPr/>
        </p:nvCxnSpPr>
        <p:spPr>
          <a:xfrm>
            <a:off x="11615068" y="2985467"/>
            <a:ext cx="2419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B169517-B490-88EE-B77B-A38811F31D28}"/>
              </a:ext>
            </a:extLst>
          </p:cNvPr>
          <p:cNvGrpSpPr/>
          <p:nvPr/>
        </p:nvGrpSpPr>
        <p:grpSpPr>
          <a:xfrm>
            <a:off x="7735561" y="4433137"/>
            <a:ext cx="4229641" cy="2474698"/>
            <a:chOff x="8781275" y="4433137"/>
            <a:chExt cx="2411733" cy="2072397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BFB7390-F2CE-CE5B-A1B7-912C624B1D4C}"/>
                </a:ext>
              </a:extLst>
            </p:cNvPr>
            <p:cNvSpPr/>
            <p:nvPr/>
          </p:nvSpPr>
          <p:spPr>
            <a:xfrm>
              <a:off x="8781276" y="4433137"/>
              <a:ext cx="2411732" cy="207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05651FB-E838-A9CB-82CD-6ABE8B72BBFC}"/>
                </a:ext>
              </a:extLst>
            </p:cNvPr>
            <p:cNvSpPr txBox="1"/>
            <p:nvPr/>
          </p:nvSpPr>
          <p:spPr>
            <a:xfrm>
              <a:off x="9959085" y="4441935"/>
              <a:ext cx="889648" cy="381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UART</a:t>
              </a:r>
            </a:p>
          </p:txBody>
        </p:sp>
        <p:sp>
          <p:nvSpPr>
            <p:cNvPr id="128" name="Isosceles Triangle 127">
              <a:extLst>
                <a:ext uri="{FF2B5EF4-FFF2-40B4-BE49-F238E27FC236}">
                  <a16:creationId xmlns:a16="http://schemas.microsoft.com/office/drawing/2014/main" id="{D92054D9-1D23-8642-90A3-CE8875D06C31}"/>
                </a:ext>
              </a:extLst>
            </p:cNvPr>
            <p:cNvSpPr/>
            <p:nvPr/>
          </p:nvSpPr>
          <p:spPr>
            <a:xfrm rot="5400000">
              <a:off x="8754277" y="6033858"/>
              <a:ext cx="329275" cy="275280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64B1FCE-1BF7-1C19-4986-F28927135A72}"/>
                </a:ext>
              </a:extLst>
            </p:cNvPr>
            <p:cNvSpPr txBox="1"/>
            <p:nvPr/>
          </p:nvSpPr>
          <p:spPr>
            <a:xfrm>
              <a:off x="9034172" y="6005273"/>
              <a:ext cx="495081" cy="330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01ECD3DF-9626-4284-ECD1-C8F7F1D1068F}"/>
              </a:ext>
            </a:extLst>
          </p:cNvPr>
          <p:cNvSpPr txBox="1"/>
          <p:nvPr/>
        </p:nvSpPr>
        <p:spPr>
          <a:xfrm>
            <a:off x="7750818" y="4755299"/>
            <a:ext cx="181043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uart_rx</a:t>
            </a:r>
            <a:endParaRPr lang="it-IT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riceve comandi dal pc: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S =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send</a:t>
            </a:r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 = reset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count</a:t>
            </a:r>
            <a:endParaRPr lang="it-IT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6F55F0B-4E3B-12F4-522E-FB92EA29143D}"/>
              </a:ext>
            </a:extLst>
          </p:cNvPr>
          <p:cNvSpPr txBox="1"/>
          <p:nvPr/>
        </p:nvSpPr>
        <p:spPr>
          <a:xfrm>
            <a:off x="9770479" y="4848131"/>
            <a:ext cx="219617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TX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invia dati della RAM al pc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01FCE01-D771-E2BB-2CD5-90F87721B897}"/>
              </a:ext>
            </a:extLst>
          </p:cNvPr>
          <p:cNvSpPr txBox="1"/>
          <p:nvPr/>
        </p:nvSpPr>
        <p:spPr>
          <a:xfrm>
            <a:off x="9884236" y="2092311"/>
            <a:ext cx="2569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dual-port RAM 1024x32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3CEF6B7-E8A8-60F0-46D0-B35147F5B66B}"/>
              </a:ext>
            </a:extLst>
          </p:cNvPr>
          <p:cNvGrpSpPr/>
          <p:nvPr/>
        </p:nvGrpSpPr>
        <p:grpSpPr>
          <a:xfrm>
            <a:off x="6479701" y="2884207"/>
            <a:ext cx="457641" cy="309862"/>
            <a:chOff x="4977783" y="4850874"/>
            <a:chExt cx="457641" cy="309862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F745FB4-518F-B74C-A961-D4DFC80399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4169" y="4850874"/>
              <a:ext cx="95508" cy="123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C190030A-3D59-3620-681E-2584709D52F1}"/>
                </a:ext>
              </a:extLst>
            </p:cNvPr>
            <p:cNvSpPr txBox="1"/>
            <p:nvPr/>
          </p:nvSpPr>
          <p:spPr>
            <a:xfrm>
              <a:off x="4977783" y="4899126"/>
              <a:ext cx="457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latin typeface="Helvetica" panose="020B0604020202020204" pitchFamily="34" charset="0"/>
                  <a:cs typeface="Helvetica" panose="020B0604020202020204" pitchFamily="34" charset="0"/>
                </a:rPr>
                <a:t>[9:0]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5954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Microsoft Office PowerPoint</Application>
  <PresentationFormat>Widescreen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Helvetica</vt:lpstr>
      <vt:lpstr>Office Theme</vt:lpstr>
      <vt:lpstr>PowerPoint Presentation</vt:lpstr>
      <vt:lpstr>Project flowchart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Michela Conti</dc:creator>
  <cp:lastModifiedBy>Michela Conti</cp:lastModifiedBy>
  <cp:revision>2</cp:revision>
  <dcterms:created xsi:type="dcterms:W3CDTF">2026-01-30T15:22:33Z</dcterms:created>
  <dcterms:modified xsi:type="dcterms:W3CDTF">2026-01-31T10:23:35Z</dcterms:modified>
</cp:coreProperties>
</file>